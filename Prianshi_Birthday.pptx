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jpg"/><Relationship Id="rId3" Type="http://schemas.openxmlformats.org/officeDocument/2006/relationships/image" Target="../media/image-10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-11-2.jpg"/><Relationship Id="rId3" Type="http://schemas.openxmlformats.org/officeDocument/2006/relationships/image" Target="../media/image-11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D4A017"/>
          </a:solidFill>
          <a:ln/>
        </p:spPr>
      </p:sp>
      <p:pic>
        <p:nvPicPr>
          <p:cNvPr id="4" name="Image 0" descr="C:\Users\khalo\nids\photos\p3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65592" y="91440"/>
            <a:ext cx="4023360" cy="66751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165592" y="91440"/>
            <a:ext cx="54864" cy="667512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457200"/>
            <a:ext cx="6976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8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MAY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31520" y="868680"/>
            <a:ext cx="6976872" cy="1828800"/>
          </a:xfrm>
          <a:prstGeom prst="rect">
            <a:avLst/>
          </a:prstGeom>
          <a:noFill/>
          <a:ln/>
          <a:effectLst>
            <a:outerShdw sx="100000" sy="100000" kx="0" ky="0" algn="bl" rotWithShape="0" blurRad="177800" dist="50800" dir="8100000">
              <a:srgbClr val="000000">
                <a:alpha val="55000"/>
              </a:srgbClr>
            </a:outerShdw>
          </a:effectLst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0C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Happy Birthday,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0C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Devi Prianshi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731520" y="3154680"/>
            <a:ext cx="6976872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i="1" dirty="0">
                <a:solidFill>
                  <a:srgbClr val="EDE8D5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What I love or like about you — it's a thousand of things.
</a:t>
            </a:r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DE8D5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But to be honest, the Prianshi I have seen? I don't know if anyone has seen her like I have.
</a:t>
            </a:r>
            <a:pPr algn="l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0C04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Or I'd say — my life's golden chance, that I met a legendary creature on this planet.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36576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0C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Are Not A Single Person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1024128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9A8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Dude, you have 1000 personalities inside you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645920" y="1600200"/>
            <a:ext cx="8897112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7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not a single person. You are a civilization.
</a:t>
            </a:r>
            <a:pPr algn="l"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EDE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Bhar se pathar, andar se naram — the rarest combo. Tere innocence, tere harkatein, tera aura, tere baatien.
</a:t>
            </a:r>
            <a:pPr algn="l"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EDE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aura of being a therapist — an unpaid therapist. Hai app malik! And the best part — a singer.
</a:t>
            </a:r>
            <a:pPr algn="l" indent="0" marL="0">
              <a:lnSpc>
                <a:spcPct val="140000"/>
              </a:lnSpc>
              <a:buNone/>
            </a:pPr>
            <a:r>
              <a:rPr lang="en-US" sz="16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supportive friend jo duniya se ladh jaye apke liye — if she's real to you, or you're her hommie.
</a:t>
            </a:r>
            <a:pPr algn="l" indent="0" marL="0">
              <a:lnSpc>
                <a:spcPct val="140000"/>
              </a:lnSpc>
              <a:buNone/>
            </a:pPr>
            <a:r>
              <a:rPr lang="en-US" sz="1700" b="1" i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spirit of winning. Those titles.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8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64008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0C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Day You Lost Yourself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1417320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9A8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"Who am I?" — you asked.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103120" y="2286000"/>
            <a:ext cx="7982712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EDE8D5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 have an answer to that.
</a:t>
            </a:r>
            <a:pPr algn="ctr"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EDE8D5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And the answer is simply this —
</a:t>
            </a:r>
            <a:pPr algn="ctr" indent="0" marL="0">
              <a:lnSpc>
                <a:spcPct val="135000"/>
              </a:lnSpc>
              <a:buNone/>
            </a:pPr>
            <a:r>
              <a:rPr lang="en-US" sz="2400" b="1" dirty="0">
                <a:solidFill>
                  <a:srgbClr val="F0C04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Prianshi is all of them.
Every. Single. One.
</a:t>
            </a:r>
            <a:pPr algn="ctr" indent="0" marL="0">
              <a:lnSpc>
                <a:spcPct val="135000"/>
              </a:lnSpc>
              <a:buNone/>
            </a:pPr>
            <a:r>
              <a:rPr lang="en-US" sz="1700" b="1" i="1" dirty="0">
                <a:solidFill>
                  <a:srgbClr val="D4A01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 have seen every version. All 1000 of them.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36576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0C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Memorable Moments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1024128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9A8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 have plenty of them 🫠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5088636" cy="4526280"/>
          </a:xfrm>
          <a:prstGeom prst="roundRect">
            <a:avLst>
              <a:gd name="adj" fmla="val 2020"/>
            </a:avLst>
          </a:prstGeom>
          <a:solidFill>
            <a:srgbClr val="1A1528"/>
          </a:solidFill>
          <a:ln w="19050">
            <a:solidFill>
              <a:srgbClr val="2A1E40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5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645920"/>
            <a:ext cx="5088636" cy="82296"/>
          </a:xfrm>
          <a:prstGeom prst="rect">
            <a:avLst/>
          </a:prstGeom>
          <a:solidFill>
            <a:srgbClr val="C2667A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1920240"/>
            <a:ext cx="44485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C266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😂  The Shamshan Business Idea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051560" y="2880360"/>
            <a:ext cx="4448556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EDE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telling you — I think the best is your shamshan business idea.</a:t>
            </a:r>
            <a:endParaRPr lang="en-US" sz="1400" dirty="0"/>
          </a:p>
          <a:p>
            <a:pPr algn="l" indent="0" marL="0">
              <a:lnSpc>
                <a:spcPct val="140000"/>
              </a:lnSpc>
              <a:buNone/>
            </a:pPr>
            <a:endParaRPr lang="en-US" sz="14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EDE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you could come up with something like this and make it completely logical.</a:t>
            </a:r>
            <a:endParaRPr lang="en-US" sz="1400" dirty="0"/>
          </a:p>
          <a:p>
            <a:pPr algn="l" indent="0" marL="0">
              <a:lnSpc>
                <a:spcPct val="140000"/>
              </a:lnSpc>
              <a:buNone/>
            </a:pPr>
            <a:endParaRPr lang="en-US" sz="14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EDE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chaotic energy. Certified iconic.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368796" y="1645920"/>
            <a:ext cx="5088636" cy="4526280"/>
          </a:xfrm>
          <a:prstGeom prst="roundRect">
            <a:avLst>
              <a:gd name="adj" fmla="val 2020"/>
            </a:avLst>
          </a:prstGeom>
          <a:solidFill>
            <a:srgbClr val="1A1528"/>
          </a:solidFill>
          <a:ln w="19050">
            <a:solidFill>
              <a:srgbClr val="2A1E40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5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368796" y="1645920"/>
            <a:ext cx="5088636" cy="82296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12" name="Text 10"/>
          <p:cNvSpPr/>
          <p:nvPr/>
        </p:nvSpPr>
        <p:spPr>
          <a:xfrm>
            <a:off x="6688836" y="1920240"/>
            <a:ext cx="44485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0C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🫠  Friend In Need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688836" y="2560320"/>
            <a:ext cx="4448556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EDE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 'friend in need' wala — us josh se, bandi mere liye chal ke gayi strangers' DMs mein. Itni door. Just to get my phone back. 🫠
</a:t>
            </a:r>
            <a:pPr algn="l"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dumbness — but a saviour. 🫶
</a:t>
            </a:r>
            <a:pPr algn="l" indent="0" marL="0">
              <a:lnSpc>
                <a:spcPct val="140000"/>
              </a:lnSpc>
              <a:buNone/>
            </a:pPr>
            <a:r>
              <a:rPr lang="en-US" sz="1300" b="1" i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story is on the next page →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8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50292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0C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Phone Rescue 📱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118872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9A8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Friend In Need — the one I'll never forget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554480" y="1691640"/>
            <a:ext cx="907999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600" dirty="0">
                <a:solidFill>
                  <a:srgbClr val="EDE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josh se — bandi mere liye chal ke gayi DMs mein. Itni door gayi. Just to get my phone back.
</a:t>
            </a:r>
            <a:pPr algn="ctr" indent="0" marL="0">
              <a:lnSpc>
                <a:spcPct val="128000"/>
              </a:lnSpc>
              <a:buNone/>
            </a:pPr>
            <a:r>
              <a:rPr lang="en-US" sz="16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dumbness… but you? A saviour, Prianshi. I never can forget that.
</a:t>
            </a:r>
            <a:pPr algn="ctr" indent="0" marL="0">
              <a:lnSpc>
                <a:spcPct val="128000"/>
              </a:lnSpc>
              <a:buNone/>
            </a:pPr>
            <a:r>
              <a:rPr lang="en-US" sz="1600" dirty="0">
                <a:solidFill>
                  <a:srgbClr val="EDE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was genuinely a big thing for me — what you did.
Someone listening would say "kya hi ho gaya" — but I know how big that is.
</a:t>
            </a:r>
            <a:pPr algn="ctr" indent="0" marL="0">
              <a:lnSpc>
                <a:spcPct val="128000"/>
              </a:lnSpc>
              <a:buNone/>
            </a:pPr>
            <a:r>
              <a:rPr lang="en-US" sz="16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you chose that over what you needed. You invested your time on my problem.
</a:t>
            </a:r>
            <a:pPr algn="ctr" indent="0" marL="0">
              <a:lnSpc>
                <a:spcPct val="128000"/>
              </a:lnSpc>
              <a:buNone/>
            </a:pPr>
            <a:r>
              <a:rPr lang="en-US" sz="1800" b="1" i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not a friend. That's a saviour.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D4A017"/>
          </a:solidFill>
          <a:ln/>
        </p:spPr>
      </p:sp>
      <p:pic>
        <p:nvPicPr>
          <p:cNvPr id="4" name="Image 0" descr="C:\Users\khalo\nids\photos\p2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988552" y="91440"/>
            <a:ext cx="3200400" cy="66751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988552" y="91440"/>
            <a:ext cx="54864" cy="667512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365760"/>
            <a:ext cx="7845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0C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"O Phulla Wargi Hai"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731520" y="896112"/>
            <a:ext cx="7845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9A8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There are plenty of songs — I can't name them, I don't remember — but I can say this small poetic line: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31520" y="1463040"/>
            <a:ext cx="7845552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DE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Jagdi rehendi hai raata nu, jugnu ban, har halat ch — apne aap nu sambhaldi, apne aap nu banaondi, oo aage vaddhdi jaandi hai.
</a:t>
            </a:r>
            <a:pPr algn="l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is a warrior. Mysterious. Yet here to rule the world.
</a:t>
            </a:r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DE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 feel alone, I always remember — only the buddy is the one who can, just by her presence, change samne wale ka mood.
</a:t>
            </a:r>
            <a:pPr algn="l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Achha khana explore karte hoye — kyunki she is a foodie. Achhe kapde dekh jaye — because a baddie should own that. Koi trip offer karo? Bas! This lady is 'ghumi-ghumi karo' — Dora the Explorer.
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A8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 kabhi kabhi khud ke potential explore karte karte khud ke nuksan explore kar leti — she creates the problem, then solves it. She'll be like: "Hum hi sab hain."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D4A017"/>
          </a:solidFill>
          <a:ln/>
        </p:spPr>
      </p:sp>
      <p:pic>
        <p:nvPicPr>
          <p:cNvPr id="4" name="Image 0" descr="C:\Users\khalo\nids\photos\p1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91440"/>
            <a:ext cx="3200400" cy="66751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145536" y="91440"/>
            <a:ext cx="54864" cy="667512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6" name="Text 3"/>
          <p:cNvSpPr/>
          <p:nvPr/>
        </p:nvSpPr>
        <p:spPr>
          <a:xfrm>
            <a:off x="3611880" y="365760"/>
            <a:ext cx="7845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0C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PRIME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3611880" y="1005840"/>
            <a:ext cx="7845552" cy="5577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i="1" dirty="0">
                <a:solidFill>
                  <a:srgbClr val="9A8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 version of her — when she is winning, when she is real. I have 2 fav versions, but I'll tell one (only one needed for now):
</a:t>
            </a:r>
            <a:pPr algn="l"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Bro, winning. Bro, confidence. Bro, doing everything — she being a ninja, without any loss. Victory, not overthinking. Becoming a 'tea', abs-wali tea — double oyee-hoyee-hoyee, bhot mast aandi hai, bro, in prime! 🔥
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DE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Yaar, tu bhot suljhi hoye, pyari si ladki hai — dil se har cheez karne wali. Kabhi kabhi duniya samajh nahi paati tujhe, but tu apne se pehle samne wale ke liye khadi ho jaati — bhi dekha maine.
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DE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someone gets important to you, oss ki life badal de gi yeh ladki. The kind of efforts you put 🫠 is unbelievable.
</a:t>
            </a:r>
            <a:pPr algn="l"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kabhi kabhi log kadar nahi daalte, gussa aata hai — because you're living a dream, bro, and you don't understand it. Prianshi ke list mein aisi jagah milna is heaven.
</a:t>
            </a:r>
            <a:pPr algn="l" indent="0" marL="0">
              <a:lnSpc>
                <a:spcPct val="108000"/>
              </a:lnSpc>
              <a:buNone/>
            </a:pPr>
            <a:r>
              <a:rPr lang="en-US" sz="1400" b="1" i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short — your prime is your best version.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8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45720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0C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Moment With Her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554480" y="1234440"/>
            <a:ext cx="9079992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600" dirty="0">
                <a:solidFill>
                  <a:srgbClr val="EDE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moment — because with Prianshi, har waqt tumhe motivation milegi, ik next-level energy milegi. Kuch ukhadna hai life mein? Yeh jasba aa hi jayega.
</a:t>
            </a:r>
            <a:pPr algn="ctr" indent="0" marL="0">
              <a:lnSpc>
                <a:spcPct val="128000"/>
              </a:lnSpc>
              <a:buNone/>
            </a:pPr>
            <a:r>
              <a:rPr lang="en-US" sz="16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her life thoughts tumhe insaan bana denge.
</a:t>
            </a:r>
            <a:pPr algn="ctr" indent="0" marL="0">
              <a:lnSpc>
                <a:spcPct val="128000"/>
              </a:lnSpc>
              <a:buNone/>
            </a:pPr>
            <a:r>
              <a:rPr lang="en-US" sz="1600" dirty="0">
                <a:solidFill>
                  <a:srgbClr val="EDE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Tere saath har waqt hi insane hota — bachodi se leke funny stories. Tu gussa bhi unhi se hoti jo tujhe apne lagte.
</a:t>
            </a:r>
            <a:pPr algn="ctr" indent="0" marL="0">
              <a:lnSpc>
                <a:spcPct val="128000"/>
              </a:lnSpc>
              <a:buNone/>
            </a:pPr>
            <a:r>
              <a:rPr lang="en-US" sz="1600" dirty="0">
                <a:solidFill>
                  <a:srgbClr val="EDE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if you get rude sometimes, it feels like — "haan bhai, list mein ho." 😂
</a:t>
            </a:r>
            <a:pPr algn="ctr" indent="0" marL="0">
              <a:lnSpc>
                <a:spcPct val="128000"/>
              </a:lnSpc>
              <a:buNone/>
            </a:pPr>
            <a:r>
              <a:rPr lang="en-US" sz="1600" b="1" i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Haan, matlab rude bhi 3–4 tareeke ka hai tera — but good rude ki baat kar raha. Ab dictionary kaise aur din — "4 Types of Rudeness." 😂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45720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0C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Her Efforts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554480" y="1188720"/>
            <a:ext cx="9079992" cy="525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Prianshi is an unpaid therapist, yaar. Tere bachodi se leke tere baatien, tere saath bitaya samma — just can't explain, bro.
</a:t>
            </a:r>
            <a:pPr algn="ctr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DE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jab really insaan ko chunti — "haan, mujhe iss mehfil mein rehna hai" — tu mehfilon ke shaan ban jaati.
</a:t>
            </a:r>
            <a:pPr algn="ctr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DE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time I have met you, I have got so much epic-level fun, bachodi, and kya kya cheezein hoti hain. Tu choti se choti cheez ka dhyan rakhte, yaar.
</a:t>
            </a:r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bolo — having you in life is worthy than having 1 million friends. You are above that one million.
</a:t>
            </a:r>
            <a:pPr algn="ctr" indent="0" marL="0">
              <a:lnSpc>
                <a:spcPct val="125000"/>
              </a:lnSpc>
              <a:buNone/>
            </a:pPr>
            <a:r>
              <a:rPr lang="en-US" sz="1600" b="1" i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at any cost, I would save this friendship — because bhagwan bhi kabhi kabhi dayalu hoke aise diva-level log deta.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36576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0C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Then &amp; Now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1024128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9A8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Always iconic. Always legendary. Always her.</a:t>
            </a:r>
            <a:endParaRPr lang="en-US" sz="1500" dirty="0"/>
          </a:p>
        </p:txBody>
      </p:sp>
      <p:pic>
        <p:nvPicPr>
          <p:cNvPr id="6" name="Image 0" descr="C:\Users\khalo\nids\photos\p1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1600200"/>
            <a:ext cx="3270504" cy="36576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31520" y="1600200"/>
            <a:ext cx="3270504" cy="3657600"/>
          </a:xfrm>
          <a:prstGeom prst="rect">
            <a:avLst/>
          </a:prstGeom>
          <a:ln w="25400">
            <a:solidFill>
              <a:srgbClr val="D4A01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5440680"/>
            <a:ext cx="3270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C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Mini Prianshi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31520" y="5824728"/>
            <a:ext cx="32705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EDE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the crown.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EDE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royalty.</a:t>
            </a:r>
            <a:endParaRPr lang="en-US" sz="1200" dirty="0"/>
          </a:p>
        </p:txBody>
      </p:sp>
      <p:pic>
        <p:nvPicPr>
          <p:cNvPr id="10" name="Image 1" descr="C:\Users\khalo\nids\photos\p2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459224" y="1600200"/>
            <a:ext cx="3270504" cy="365760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59224" y="1600200"/>
            <a:ext cx="3270504" cy="3657600"/>
          </a:xfrm>
          <a:prstGeom prst="rect">
            <a:avLst/>
          </a:prstGeom>
          <a:ln w="25400">
            <a:solidFill>
              <a:srgbClr val="D4A017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459224" y="5440680"/>
            <a:ext cx="3270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C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Energy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459224" y="5824728"/>
            <a:ext cx="32705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EDE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smile.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EDE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Chaos queen.</a:t>
            </a:r>
            <a:endParaRPr lang="en-US" sz="1200" dirty="0"/>
          </a:p>
        </p:txBody>
      </p:sp>
      <p:pic>
        <p:nvPicPr>
          <p:cNvPr id="14" name="Image 2" descr="C:\Users\khalo\nids\photos\p3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186928" y="1600200"/>
            <a:ext cx="3270504" cy="3657600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8186928" y="1600200"/>
            <a:ext cx="3270504" cy="3657600"/>
          </a:xfrm>
          <a:prstGeom prst="rect">
            <a:avLst/>
          </a:prstGeom>
          <a:ln w="25400">
            <a:solidFill>
              <a:srgbClr val="D4A017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8186928" y="5440680"/>
            <a:ext cx="3270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C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Present Day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8186928" y="5824728"/>
            <a:ext cx="32705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EDE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Bhar se pathar,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EDE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andar se naram.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08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36576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0C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Few More Moments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1024128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9A8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Kuch aur lamhe — tere saath. 🩷</a:t>
            </a:r>
            <a:endParaRPr lang="en-US" sz="1500" dirty="0"/>
          </a:p>
        </p:txBody>
      </p:sp>
      <p:pic>
        <p:nvPicPr>
          <p:cNvPr id="6" name="Image 0" descr="C:\Users\khalo\nids\photos\p3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1600200"/>
            <a:ext cx="5982371" cy="48920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31520" y="1600200"/>
            <a:ext cx="5982371" cy="4892040"/>
          </a:xfrm>
          <a:prstGeom prst="rect">
            <a:avLst/>
          </a:prstGeom>
          <a:ln w="31750">
            <a:solidFill>
              <a:srgbClr val="D4A017"/>
            </a:solidFill>
            <a:prstDash val="solid"/>
          </a:ln>
        </p:spPr>
      </p:sp>
      <p:pic>
        <p:nvPicPr>
          <p:cNvPr id="8" name="Image 1" descr="C:\Users\khalo\nids\photos\p1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125371" y="1600200"/>
            <a:ext cx="4332061" cy="226314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7125371" y="1600200"/>
            <a:ext cx="4332061" cy="2263140"/>
          </a:xfrm>
          <a:prstGeom prst="rect">
            <a:avLst/>
          </a:prstGeom>
          <a:ln w="31750">
            <a:solidFill>
              <a:srgbClr val="D4A017"/>
            </a:solidFill>
            <a:prstDash val="solid"/>
          </a:ln>
        </p:spPr>
      </p:sp>
      <p:pic>
        <p:nvPicPr>
          <p:cNvPr id="10" name="Image 2" descr="C:\Users\khalo\nids\photos\p2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125371" y="4229100"/>
            <a:ext cx="4332061" cy="226314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7125371" y="4229100"/>
            <a:ext cx="4332061" cy="2263140"/>
          </a:xfrm>
          <a:prstGeom prst="rect">
            <a:avLst/>
          </a:prstGeom>
          <a:ln w="31750">
            <a:solidFill>
              <a:srgbClr val="D4A017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08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4" name="Shape 2"/>
          <p:cNvSpPr/>
          <p:nvPr/>
        </p:nvSpPr>
        <p:spPr>
          <a:xfrm>
            <a:off x="2103120" y="1371600"/>
            <a:ext cx="7982712" cy="4114800"/>
          </a:xfrm>
          <a:prstGeom prst="rect">
            <a:avLst/>
          </a:prstGeom>
          <a:solidFill>
            <a:srgbClr val="1A1528"/>
          </a:solidFill>
          <a:ln w="25400">
            <a:solidFill>
              <a:srgbClr val="D4A017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5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737360"/>
            <a:ext cx="10725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🎂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2606040"/>
            <a:ext cx="107259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0C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Happy Birthday,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0C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Devi Prianshi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31520" y="4114800"/>
            <a:ext cx="10725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EDE8D5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Not a gift you can hold — but everything I feel.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i="1" dirty="0">
                <a:solidFill>
                  <a:srgbClr val="EDE8D5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The rarest creature I ever met. 🫶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502920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29 May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Happy Birthday Prianshi</dc:title>
  <dc:subject>PptxGenJS Presentation</dc:subject>
  <dc:creator>Devi</dc:creator>
  <cp:lastModifiedBy>Devi</cp:lastModifiedBy>
  <cp:revision>1</cp:revision>
  <dcterms:created xsi:type="dcterms:W3CDTF">2026-05-29T06:42:48Z</dcterms:created>
  <dcterms:modified xsi:type="dcterms:W3CDTF">2026-05-29T06:42:48Z</dcterms:modified>
</cp:coreProperties>
</file>